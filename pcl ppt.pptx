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090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Ambiguity Detection and Sentence Meaning Interpretation using NLP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600" dirty="0" err="1"/>
              <a:t>N.Srinivas</a:t>
            </a:r>
            <a:r>
              <a:rPr lang="en-US" sz="1600" dirty="0"/>
              <a:t>(23BTRCL221)</a:t>
            </a:r>
          </a:p>
          <a:p>
            <a:r>
              <a:rPr lang="en-US" sz="1600" dirty="0" err="1"/>
              <a:t>M.Akhil</a:t>
            </a:r>
            <a:r>
              <a:rPr lang="en-US" sz="1600" dirty="0"/>
              <a:t>(23BTRCL209)</a:t>
            </a:r>
          </a:p>
          <a:p>
            <a:r>
              <a:rPr lang="en-US" sz="1600" dirty="0"/>
              <a:t>Rishi </a:t>
            </a:r>
            <a:r>
              <a:rPr lang="en-US" sz="1600" dirty="0" err="1"/>
              <a:t>kumar</a:t>
            </a:r>
            <a:r>
              <a:rPr lang="en-US" sz="1600" dirty="0"/>
              <a:t>(23BTRCL158)</a:t>
            </a:r>
          </a:p>
          <a:p>
            <a:r>
              <a:rPr lang="en-US" sz="1600" dirty="0" err="1"/>
              <a:t>P.Siva</a:t>
            </a:r>
            <a:r>
              <a:rPr lang="en-US" sz="1600"/>
              <a:t>(23BTRCL009)</a:t>
            </a:r>
            <a:endParaRPr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structural ambiguity in English sentences.</a:t>
            </a:r>
          </a:p>
          <a:p>
            <a:r>
              <a:t>Use Dependency Parsing, POS Tagging, Semantic Role Extraction.</a:t>
            </a:r>
          </a:p>
          <a:p>
            <a:r>
              <a:t>Web-based Flask system with real-time UI.</a:t>
            </a:r>
          </a:p>
          <a:p>
            <a:r>
              <a:t>Focus on explainability + accuracy balance.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Structural ambiguity example: 'He saw the man with the telescope.'</a:t>
            </a:r>
          </a:p>
          <a:p>
            <a:r>
              <a:t>Prepositional Phrase Attachment (PPA) problem.</a:t>
            </a:r>
          </a:p>
          <a:p>
            <a:r>
              <a:t>Traditional rule-based systems struggle.</a:t>
            </a:r>
          </a:p>
          <a:p>
            <a:r>
              <a:t>Need interpretable NLP solution.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Ambiguity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Lexical – one word, multiple meanings (bank).</a:t>
            </a:r>
          </a:p>
          <a:p>
            <a:r>
              <a:t>Structural – multiple grammatical interpretations.</a:t>
            </a:r>
          </a:p>
          <a:p>
            <a:r>
              <a:t>Semantic – unclear sentence meaning.</a:t>
            </a:r>
          </a:p>
          <a:p>
            <a:r>
              <a:t>Pragmatic – context-based interpretation.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Stanford Parser – Full syntactic parse trees.</a:t>
            </a:r>
          </a:p>
          <a:p>
            <a:r>
              <a:t>spaCy – Fast dependency parsing.</a:t>
            </a:r>
          </a:p>
          <a:p>
            <a:r>
              <a:t>NLTK – POS tagging and tokenization.</a:t>
            </a:r>
          </a:p>
          <a:p>
            <a:r>
              <a:t>BERT/RoBERTa – Contextual deep embeddings.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deep models lack explainability.</a:t>
            </a:r>
          </a:p>
          <a:p>
            <a:r>
              <a:t>Integration challenges with user apps.</a:t>
            </a:r>
          </a:p>
          <a:p>
            <a:r>
              <a:t>Domain specificity issues.</a:t>
            </a:r>
          </a:p>
          <a:p>
            <a:r>
              <a:t>Need integrated, customizable system.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 Components:</a:t>
            </a:r>
          </a:p>
          <a:p>
            <a:r>
              <a:t>1. NLP Engine (spaCy + NLTK + BERT).</a:t>
            </a:r>
          </a:p>
          <a:p>
            <a:r>
              <a:t>2. Flask Web Backend.</a:t>
            </a:r>
          </a:p>
          <a:p>
            <a:r>
              <a:t>3. Interactive Frontend UI.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2860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 Input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17520" y="22860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Flask Backend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60320" y="274320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303520" y="22860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spaCy + NLTK Processing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46320" y="274320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589520" y="22860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BERT Disambiguation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32320" y="274320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875520" y="22860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JSON Response to UI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418320" y="274320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Tokenization &amp; POS tagging using NLTK.</a:t>
            </a:r>
          </a:p>
          <a:p>
            <a:r>
              <a:t>Dependency parsing using spaCy.</a:t>
            </a:r>
          </a:p>
          <a:p>
            <a:r>
              <a:t>Subject, Verb, Object, Modifier extraction.</a:t>
            </a:r>
          </a:p>
          <a:p>
            <a:r>
              <a:t>Results returned as structured JSON.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Flask Backend Endpoints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2860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GET / (UI)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17520" y="22860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POST /analyze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60320" y="274320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303520" y="22860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POST /feedback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46320" y="274320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589520" y="22860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POST /reset-accuracy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32320" y="274320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preprocessing &amp; normalization.</a:t>
            </a:r>
          </a:p>
          <a:p>
            <a:r>
              <a:t>Keep stopwords for structural understanding.</a:t>
            </a:r>
          </a:p>
          <a:p>
            <a:r>
              <a:t>Dependency relation mapping.</a:t>
            </a:r>
          </a:p>
          <a:p>
            <a:r>
              <a:t>Semantic role extraction.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BERT-based Lexical Disambiguation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Sentence embedding: S = BERT(w1, w2, … wn)</a:t>
            </a:r>
          </a:p>
          <a:p>
            <a:r>
              <a:t>Gloss embedding: Gk for each WordNet sense.</a:t>
            </a:r>
          </a:p>
          <a:p>
            <a:r>
              <a:t>Cosine Similarity: Sim(S,Gk) = (S·Gk)/(|S||Gk|)</a:t>
            </a:r>
          </a:p>
          <a:p>
            <a:r>
              <a:t>Select highest similarity meaning.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BERT Disambiguation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2860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Sentence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17520" y="22860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Contextual Embedding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60320" y="274320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303520" y="22860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WordNet Gloss Embeddings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46320" y="274320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589520" y="22860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Cosine Similarity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32320" y="274320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875520" y="22860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Best Sense Selected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418320" y="274320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Backend: Flask 2.0+</a:t>
            </a:r>
          </a:p>
          <a:p>
            <a:r>
              <a:t>NLP: spaCy 3+, NLTK 3.6+</a:t>
            </a:r>
          </a:p>
          <a:p>
            <a:r>
              <a:t>Deep Learning: Transformers, PyTorch</a:t>
            </a:r>
          </a:p>
          <a:p>
            <a:r>
              <a:t>Frontend: HTML5, CSS3, JavaScript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with Existing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Interpretability.</a:t>
            </a:r>
          </a:p>
          <a:p>
            <a:r>
              <a:t>Fast Real-time Performance.</a:t>
            </a:r>
          </a:p>
          <a:p>
            <a:r>
              <a:t>Balanced Accuracy (~92%).</a:t>
            </a:r>
          </a:p>
          <a:p>
            <a:r>
              <a:t>Low Resource Requirements.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Structural ambiguity resolved using dependency parsing.</a:t>
            </a:r>
          </a:p>
          <a:p>
            <a:r>
              <a:t>Flask provides real-time explainable analysis.</a:t>
            </a:r>
          </a:p>
          <a:p>
            <a:r>
              <a:t>Suitable for education, chatbots, writing assistants.</a:t>
            </a:r>
          </a:p>
          <a:p>
            <a:r>
              <a:t>Foundation for multilingual &amp; transformer expansion.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b="1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443</Words>
  <Application>Microsoft Office PowerPoint</Application>
  <PresentationFormat>On-screen Show (4:3)</PresentationFormat>
  <Paragraphs>83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Ambiguity Detection and Sentence Meaning Interpretation using NLP</vt:lpstr>
      <vt:lpstr>Abstract Overview</vt:lpstr>
      <vt:lpstr>Introduction</vt:lpstr>
      <vt:lpstr>Types of Ambiguity</vt:lpstr>
      <vt:lpstr>Existing Approaches</vt:lpstr>
      <vt:lpstr>Problem Statement</vt:lpstr>
      <vt:lpstr>Proposed System Architecture</vt:lpstr>
      <vt:lpstr>System Workflow</vt:lpstr>
      <vt:lpstr>Technical Architecture Details</vt:lpstr>
      <vt:lpstr>Flask Backend Endpoints</vt:lpstr>
      <vt:lpstr>Methodology</vt:lpstr>
      <vt:lpstr>BERT-based Lexical Disambiguation</vt:lpstr>
      <vt:lpstr>BERT Disambiguation Flow</vt:lpstr>
      <vt:lpstr>Implementation Stack</vt:lpstr>
      <vt:lpstr>Comparison with Existing Systems</vt:lpstr>
      <vt:lpstr>Conclusion</vt:lpstr>
      <vt:lpstr>      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Srinivas</dc:creator>
  <cp:keywords/>
  <dc:description>generated using python-pptx</dc:description>
  <cp:lastModifiedBy>Nadakuduru Srinivas</cp:lastModifiedBy>
  <cp:revision>2</cp:revision>
  <dcterms:created xsi:type="dcterms:W3CDTF">2013-01-27T09:14:16Z</dcterms:created>
  <dcterms:modified xsi:type="dcterms:W3CDTF">2026-02-27T04:28:30Z</dcterms:modified>
  <cp:category/>
</cp:coreProperties>
</file>